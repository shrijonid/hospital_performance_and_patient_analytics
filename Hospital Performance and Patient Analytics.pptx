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strument Sans Medium"/>
      <p:regular r:id="rId201314"/>
    </p:embeddedFont>
    <p:embeddedFont>
      <p:font typeface="Instrument Sans SemiBold"/>
      <p:regular r:id="rId201315"/>
    </p:embeddedFont>
    <p:embeddedFont>
      <p:font typeface="Instrument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156879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Hospital Performance &amp; Patient Analytics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67372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Analysis of ~56,000 patient records to evaluate admissions, demographics, diagnoses, costs, and hospital utilization. Tools: Python (cleaning &amp; EDA), PostgreSQL (analysis), Power BI (interactive dashboards).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089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Dataset Snapshot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97397"/>
            <a:ext cx="552450" cy="341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748" y="1797397"/>
            <a:ext cx="11753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Patient Info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25748" y="2103909"/>
            <a:ext cx="117537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Name, Age, Gender, Blood Type, Age Group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797397"/>
            <a:ext cx="552450" cy="3414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7928" y="1797397"/>
            <a:ext cx="11754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Medical Info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07928" y="2103909"/>
            <a:ext cx="117544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Conditions, Medications, Test Results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797397"/>
            <a:ext cx="552450" cy="3414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0183" y="1797397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Hospital Details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390183" y="2325365"/>
            <a:ext cx="117544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Hospital, Admission Type, Length of Stay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797397"/>
            <a:ext cx="552450" cy="3414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72437" y="1797397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Financial &amp; Time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472437" y="2325365"/>
            <a:ext cx="117544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Billing, Insurance Provider, Admission/Discharge dates, Season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96119" y="361890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Preprocessing: standardized columns, datetime conversion, created Age Group, Length of Stay, Season. No major inconsistencies found.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37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EDA &amp; Feature Engineering (Python)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178" y="2185169"/>
            <a:ext cx="1428750" cy="1428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87106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steps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234282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Imported into pandas for cleaning and exploration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Checked dtypes, summary stats, duplicates, missing values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Removed duplicates; standardized snake_case column names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Engineered: Age Group, Length of Stay, Season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Exported cleaned data to PostgreSQL for SQL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48532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Demographics &amp; Admissions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583903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56658" y="1583903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Age &amp; Gender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56658" y="1890415"/>
            <a:ext cx="41912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Adult F: 6,910 • Adult M: 6,947 • Middle-aged F: 10,960 • Middle-aged M: 10,769 • Minor F: 2,901 • Minor M: 2,851 • Senior F: 7,184 • Senior M: 6,978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854375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56658" y="2854375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Admission Types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56658" y="3160886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Emergency 36.22% (20,104) • Elective 23.93% (13,280) • Urgent 21.29% (11,816) • Routine 18.56% (10,300)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898032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56658" y="3898032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Monthly &amp; Seasonal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56658" y="4204543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Monthly admissions ~4,200–4,800. Seasonal totals: Summer 14,343 • Spring 13,789 • Autumn 13,772 • Winter 13,596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391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Most Common Conditions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68971"/>
            <a:ext cx="2628230" cy="22611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862658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Understanding disease frequency helps prioritize resources, staffing, and preventive care programs.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404" y="2475756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Costs &amp; Length of Stay by Condition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04913"/>
            <a:ext cx="3902943" cy="280935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01" y="1204913"/>
            <a:ext cx="3902943" cy="28093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9701" y="417373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Insights: Cancer drives highest average bills; Alzheimer's requires longest stays—informing resource &amp; cost planning.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7069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Insurance &amp; Medication Insights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01638"/>
            <a:ext cx="3916487" cy="281910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157" y="1201638"/>
            <a:ext cx="3916487" cy="28191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36157" y="4156249"/>
            <a:ext cx="391648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Prioritize inventory for top-prescribed medications and maintain strong insurer partnerships to secure revenue streams.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957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Hospital Performance &amp; Trends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02965"/>
            <a:ext cx="3919165" cy="282103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479" y="1102965"/>
            <a:ext cx="3919165" cy="28210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33479" y="4054971"/>
            <a:ext cx="3919165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Hospital revenues and patient counts are similar across institutions; compare efficiency and outcomes to find improvement areas.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402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Power BI Dashboards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855" y="2165077"/>
            <a:ext cx="1428750" cy="1428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6758" y="1172617"/>
            <a:ext cx="399581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Dashboard 1 — Trends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656758" y="1512466"/>
            <a:ext cx="3995812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KPIs: 56K total patients • 1.21bn total revenue • 21.84K avg bill • 17.84 avg stay • 4 hospitals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656758" y="2050554"/>
            <a:ext cx="3995812" cy="1446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Patient count by condition</a:t>
            </a:r>
            <a:endParaRPr lang="en-US" sz="1050" dirty="0"/>
          </a:p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Billing by condition</a:t>
            </a:r>
            <a:endParaRPr lang="en-US" sz="1050" dirty="0"/>
          </a:p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 group &amp; gender distribution</a:t>
            </a:r>
            <a:endParaRPr lang="en-US" sz="1050" dirty="0"/>
          </a:p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Avg length of stay and admission type</a:t>
            </a:r>
            <a:endParaRPr lang="en-US" sz="1050" dirty="0"/>
          </a:p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Filters: Gender, Age Group, Condition, Insurance, Hospital, Season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656758" y="3626048"/>
            <a:ext cx="399581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Dashboard 2 — Overview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56758" y="3965897"/>
            <a:ext cx="3995812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Operational views: monthly trends, hospital revenue comparisons, seasonal patterns, test results, insurance distribution, medication frequencies.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714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93652"/>
            <a:ext cx="2622724" cy="1270471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735410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Preventive Healthcare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041922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Invest in screenings and preventive programs for Diabetes and Heart Disease.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593652"/>
            <a:ext cx="2622724" cy="1270471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</p:sp>
      <p:sp>
        <p:nvSpPr>
          <p:cNvPr id="7" name="Text 5"/>
          <p:cNvSpPr/>
          <p:nvPr/>
        </p:nvSpPr>
        <p:spPr>
          <a:xfrm>
            <a:off x="3402360" y="1735410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Resource Allocation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2360" y="2041922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Allocate beds and specialist staff for Alzheimer's units due to long stays.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593652"/>
            <a:ext cx="2622724" cy="1270471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</p:sp>
      <p:sp>
        <p:nvSpPr>
          <p:cNvPr id="10" name="Text 8"/>
          <p:cNvSpPr/>
          <p:nvPr/>
        </p:nvSpPr>
        <p:spPr>
          <a:xfrm>
            <a:off x="6166842" y="1735410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Cost Management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6842" y="2041922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 cancer treatment costs via efficiency, insurance collaboration, and care planning.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005882"/>
            <a:ext cx="2622724" cy="1270471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3147640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Seasonal Planning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7877" y="3454152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Adjust staffing and inventory for seasonal admission fluctuations.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0601" y="3005882"/>
            <a:ext cx="2622724" cy="1270471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</p:sp>
      <p:sp>
        <p:nvSpPr>
          <p:cNvPr id="16" name="Text 14"/>
          <p:cNvSpPr/>
          <p:nvPr/>
        </p:nvSpPr>
        <p:spPr>
          <a:xfrm>
            <a:off x="3402360" y="3147640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Insurance &amp; Inventory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02360" y="3454152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Strengthen insurer partnerships and prioritize top-prescribed medication stock.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25083" y="3005882"/>
            <a:ext cx="2622724" cy="1270471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</p:sp>
      <p:sp>
        <p:nvSpPr>
          <p:cNvPr id="19" name="Text 17"/>
          <p:cNvSpPr/>
          <p:nvPr/>
        </p:nvSpPr>
        <p:spPr>
          <a:xfrm>
            <a:off x="6166842" y="3147640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Performance Monitoring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66842" y="3454152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Benchmark hospitals on efficiency, outcomes, and service quality to find improvements.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2026-08-01T16:11:35Z</dcterms:created>
  <dcterms:modified xsi:type="dcterms:W3CDTF">2026-08-01T16:11:35Z</dcterms:modified>
</cp:coreProperties>
</file>